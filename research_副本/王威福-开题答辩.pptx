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274320" cy="4818888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64592"/>
            <a:ext cx="54864" cy="48188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武汉理工大学  WUHAN UNIVERSITY OF 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spc="600" kern="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硕士研究生开题报告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面向漏洞检测需求的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 Agent 项目自动化编译方法研究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Approach to Automated Project Compilation for Vulnerability Detection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1097280" cy="3657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033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 究 生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 威 福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指导老师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杜 亚 娟  教授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    号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2024303001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培养单位  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计算机与人工智能学院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800" kern="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600" kern="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  录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3657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60604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14173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828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58368" y="24048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课题来源及目的意义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77063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Significance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60604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91640"/>
            <a:ext cx="73152" cy="14173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828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447288" y="24048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国内外研究现状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7288" y="277063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260604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691640"/>
            <a:ext cx="73152" cy="14173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8288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236208" y="240487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研究目标、内容与关键问题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277063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Content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260604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37560"/>
            <a:ext cx="73152" cy="14173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474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58368" y="405079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研究方法与技术路线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441655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Pipeline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3337560"/>
            <a:ext cx="260604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337560"/>
            <a:ext cx="73152" cy="14173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3474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3447288" y="405079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实验设计与预期成果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47288" y="441655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Results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3337560"/>
            <a:ext cx="260604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3337560"/>
            <a:ext cx="73152" cy="14173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4747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6236208" y="4050792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研究进度安排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36208" y="441655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- 01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731520" cy="457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课题来源及目的意义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1、课题来源及目的意义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35204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4300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128016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课题来源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  别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自选项目  ·  应用研究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研究方向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自动化编译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应用主线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面向漏洞检测前置编译需求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依托基础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CXXCrafter / CompileAgent / Repo2Run 对标复现，deerflow 多 Agent 框架上 v1/v2 原型迭代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97480" cy="35204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097280"/>
            <a:ext cx="2697480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14300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56432" y="128016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研究目的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AC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总目标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研究面向漏洞检测前置编译需求的多 Agent 项目自动化编译方法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AC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核心机制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 Agent 编排 + Compile Session 任务隔离 + Memory + Skill 双层经验增强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AC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产物要求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高覆盖、可复现、可追溯的编译产物，供静态/动态漏洞检测直接消费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97480" cy="35204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097280"/>
            <a:ext cx="2697480" cy="5029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143000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91072" y="128016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研究意义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9360" y="173736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理论层面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将"项目编译"建模为独立仓库级 Agent 任务，补充 LLM4SE 研究脉络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应用层面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显著降低规模化漏洞分析的人工配置成本，使安全研究人员聚焦漏洞本身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政策背景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《"十四五"国家信息化规划》明确将网络安全和软件供应链安全列为重要支撑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- 02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731520" cy="457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国内外研究现状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2、国内外研究现状：文献综述六大方向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共查阅 46 篇文献（中文 6 篇 / 外文 40 篇），归纳为六大研究方向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基础与 Agent 架构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17627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[2-13, 27, 39]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41401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Transformer · GPT-3 · ReAct · Reflexion · AutoGen · MetaGPT · CAMEL · MemGPT · Voyager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64408" y="1371600"/>
            <a:ext cx="269748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371600"/>
            <a:ext cx="269748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1627632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77640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在软件工程中的应用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47288" y="217627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[17-18, 24, 28-30, 37-38, 41]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47288" y="241401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从片段级补全 → 仓库级任务，从单步生成 → 多步规划 + 工具调用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71616" y="1371600"/>
            <a:ext cx="269748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371600"/>
            <a:ext cx="2697480" cy="73152"/>
          </a:xfrm>
          <a:prstGeom prst="rect">
            <a:avLst/>
          </a:prstGeom>
          <a:solidFill>
            <a:srgbClr val="5E72E4"/>
          </a:solidFill>
          <a:ln w="12700">
            <a:solidFill>
              <a:srgbClr val="5E72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4496" y="1627632"/>
            <a:ext cx="457200" cy="457200"/>
          </a:xfrm>
          <a:prstGeom prst="ellipse">
            <a:avLst/>
          </a:prstGeom>
          <a:solidFill>
            <a:srgbClr val="5E72E4"/>
          </a:solidFill>
          <a:ln w="12700">
            <a:solidFill>
              <a:srgbClr val="5E72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84848" y="1627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仓库级编程任务与代码 Agent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54496" y="217627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E7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[14-16, 25-26, 40, 42]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54496" y="241401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SWE-bench · SWE-agent · CodeAgent · CodePlan · RepoCoder · Agentless · DebugBench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145536"/>
            <a:ext cx="269748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145536"/>
            <a:ext cx="2697480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401568"/>
            <a:ext cx="457200" cy="45720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70432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自动化项目编译与构建 Agent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39502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[23, 43-44]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1879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CXXCrafter · CompileAgent · Repo2Run  ——  本文最直接的对标工作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64408" y="3145536"/>
            <a:ext cx="269748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64408" y="3145536"/>
            <a:ext cx="2697480" cy="7315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47288" y="3401568"/>
            <a:ext cx="457200" cy="457200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728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977640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 记忆机制、工具增强与 RAG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447288" y="39502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[10-13, 21-22]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47288" y="41879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MemGPT · Voyager · Toolformer · ToolLLM · RAG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71616" y="3145536"/>
            <a:ext cx="2697480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71616" y="3145536"/>
            <a:ext cx="269748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54496" y="3401568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784848" y="3401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编译诊断、容器化与漏洞检测前置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254496" y="39502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[32-36, 45-46]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54496" y="41879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LLVM · CodeQL · SrcML · Docker  ——  论证编译产物对漏洞检测的不可替代性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2.2 自动化编译 Agent 对标工作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本课题最直接的方法对标，提供 Benchmark 来源与差异化定位依据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35204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2697480" cy="65836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38074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CXXCrafter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[23]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1691640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2025   ·   C/C++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10312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核心思想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233172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Parser → Generator → Executor 三层模块化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301752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代表性贡献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324612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提出三层架构；公开 C/C++ 开源软件构建 Benchmark；引入 Discriminator 判别构建是否真实成功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93192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主要局限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416052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面向单次任务的工具链流水线，缺乏任务隔离抽象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697480" cy="35204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325880"/>
            <a:ext cx="2697480" cy="65836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38074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CompileAgent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[43]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56432" y="1691640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2025   ·   通用仓库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6432" y="210312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核心思想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56432" y="233172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工具集成 + 异常恢复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56432" y="301752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AC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代表性贡献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56432" y="324612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将工具集成 LLM Agent 应用到真实仓库级编译；强调工具间协作与异常恢复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56432" y="393192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主要局限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56432" y="416052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缺乏跨会话经验沉淀，每次构建仍为冷启动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325880"/>
            <a:ext cx="2697480" cy="35204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325880"/>
            <a:ext cx="2697480" cy="65836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380744"/>
            <a:ext cx="2368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Repo2Run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[44]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91072" y="1691640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2025   ·   Python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91072" y="210312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核心思想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91072" y="233172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自动搭建可运行环境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72" y="301752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代表性贡献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91072" y="324612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验证了 Agent 在依赖解析与环境搭建上的能力，覆盖 Python 仓库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91072" y="3931920"/>
            <a:ext cx="2368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主要局限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91072" y="4160520"/>
            <a:ext cx="2368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缺乏领域知识动态注入机制，面对强领域知识项目盲目试错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2.3 现有研究的三大不足 → 本文拟解决的关键问题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 有 研 究 三 大 不 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10515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4440" y="1325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缺乏任务隔离与可复现性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34440" y="1719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多任务并行时容器、日志、产物相互污染，缺乏统一抽象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393192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91440" cy="10515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3444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缺乏跨会话经验沉淀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34440" y="290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每次构建都是冷启动，相同项目的成功配方无法累积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3931920" cy="10515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66160"/>
            <a:ext cx="91440" cy="10515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23444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缺乏领域知识动态注入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34440" y="40965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面对 ffmpeg / Linux 内核 / LLVM 等强领域知识项目盲目试错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2606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37760" y="822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 文 拟 解 决 的 关 键 问 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1188720"/>
            <a:ext cx="3749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1188720"/>
            <a:ext cx="54864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12618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架构灵活性与确定性平衡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2352" y="15727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 ReAct 灵活范式与固定工作流之间寻找折中点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2057400"/>
            <a:ext cx="3749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057400"/>
            <a:ext cx="54864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1305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任务隔离与可复现性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02352" y="2441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Compile Session 作为统一抽象，绑定容器/日志/产物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2926080"/>
            <a:ext cx="3749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2926080"/>
            <a:ext cx="54864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29992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跨会话经验沉淀与注入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02352" y="3310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"哪些信息值得记 / 如何检索 / 何时注入 / 注入多少"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3794760"/>
            <a:ext cx="37490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3794760"/>
            <a:ext cx="54864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38679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领域 Skill 编写与调度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02352" y="4178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通用性与特化性兼顾；规则与 LLM 决策的混合调度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- 03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731520" cy="457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研究目标、内容与方法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3、研究目标与研究内容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00584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170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研究目标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面向漏洞检测、SBOM 生成等下游任务对"项目可稳定编译"的真实需求，构建以 Lead Agent 编排、Compiler Subagent 执行、Compile Session 任务隔离、Memory 经验沉淀和 Skill 动态加载为核心机制的完整方法框架，实现高覆盖、可复现、可追溯的项目自动化编译。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697480" cy="22402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414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2990088"/>
            <a:ext cx="50292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 Agent 编排架构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+ Compiler Subagent + Compile Session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81304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围绕"灵活性—确定性—可复现性"三者平衡，研究分层架构。Compile Session 绑定 thread/repo/container/logs/artifacts 为统一隔离单元。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2331720"/>
            <a:ext cx="2697480" cy="22402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4414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3474720" y="2990088"/>
            <a:ext cx="502920" cy="45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Memory 跨会话经验沉淀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520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 · Recipe · Feedback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381304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MemoryMiddleware 挂载 Lead Agent，沉淀用户偏好、历史成功配方、纠错与反馈信号三类高价值知识；按"高置信度按需注入"避免上下文污染。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2331720"/>
            <a:ext cx="2697480" cy="22402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4414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309360" y="2990088"/>
            <a:ext cx="502920" cy="457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阶段动态加载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3520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· Deps · Diagnose · Artifact ·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381304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将编译流程拆解为五大类可插拔 Skill（仓库识别 / 依赖安装 / 构建诊断 / 产物识别 / 项目特化），由 Lead Agent 在阶段决策时检索并注入。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内容一：分层 Agent 编排 + Compile Session 任务隔离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846320" cy="3611880"/>
          </a:xfrm>
          <a:prstGeom prst="rect">
            <a:avLst/>
          </a:prstGeom>
          <a:solidFill>
            <a:srgbClr val="E8EEF7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4297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用户编译请求  (repo / branch / build target)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80360" y="178308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31520" y="1965960"/>
            <a:ext cx="4297680" cy="713232"/>
          </a:xfrm>
          <a:prstGeom prst="roundRect">
            <a:avLst>
              <a:gd name="adj" fmla="val 10256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116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Agent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34086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任务理解  ·  阶段决策  ·  子 Agent 调度  ·  结果汇总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80360" y="2724912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2953512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992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Subagent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2735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容器内执行编译命令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只操作 /workspace/repo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71800" y="2953512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9992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Session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63240" y="327355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thread + repo + container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logs + artifacts 绑定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80360" y="3767328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" y="3977640"/>
            <a:ext cx="4297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A25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判别器 Discriminator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→  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编译产物 (IR / 二进制 / compile_commands.json)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32120" y="1143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核心组件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32120" y="1563624"/>
            <a:ext cx="54864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78424" y="1508760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Lead Agent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LLM 实现，负责任务理解与阶段编排；何时调度子 Agent / 何时调用工具 / 何时回退固定流水线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32120" y="2404872"/>
            <a:ext cx="54864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78424" y="2350008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AC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Compiler Subagent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工具增强 LLM，专注容器内编译命令执行，与 Lead 通过 task 接口通信，避免对宿主或其他会话产生副作用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32120" y="3246120"/>
            <a:ext cx="54864" cy="77724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78424" y="319125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Compile Session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任意时刻系统可有 N 个并行 Session，互不污染；任意历史 Session 可被加载，用于复盘、复现或继续执行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32120" y="4087368"/>
            <a:ext cx="54864" cy="77724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78424" y="403250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判别器机制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借鉴 CXXCrafter Discriminator，结合静态（文件存在性）与动态（产物可执行性、关键日志）双重判别构建是否真实成功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内容二+三：Memory + Skill 双层经验增强机制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5204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56692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跨会话经验沉淀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 性 化 深 度  ·  动态积累的历史经验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65376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8105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用户偏好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9536" y="2084832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某用户长期偏好静态链接产物 / release 编译选项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06624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65176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历史成功经验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" y="2926080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某类项目（ffmpeg、openssl）的成功 configure 选项组合、依赖安装命令、补丁顺序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547872"/>
            <a:ext cx="146304" cy="146304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493008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纠错与反馈信号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9536" y="3767328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用户反馈（"你理解错了"、"重试"、"这样就对了"），用于校准判断置信度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3657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206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00AC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注入策略：只注入高置信度 facts，结合 RAG 按"项目类型 / 构建系统 / 错误特征"检索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4023360" cy="35204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97280"/>
            <a:ext cx="4023360" cy="566928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阶段动态加载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846320" y="1481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 用 领 域 厚 度  ·  开发者预先编写的静态知识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856232"/>
            <a:ext cx="128016" cy="128016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792224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仓库识别 Skill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— 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CMake / Make / Autotools / Meson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276856"/>
            <a:ext cx="128016" cy="128016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212848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依赖安装 Skill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— 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系统依赖 / 工具链 / 库依赖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2697480"/>
            <a:ext cx="128016" cy="128016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2633472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构建诊断 Skill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— 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configure / make 失败排障建议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3118104"/>
            <a:ext cx="128016" cy="128016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054096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产物识别 Skill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— 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可执行 / 库 / 安装目录识别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46320" y="3538728"/>
            <a:ext cx="128016" cy="128016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474720"/>
            <a:ext cx="3456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项目特化 Skill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—   </a:t>
            </a:r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ffmpeg / linux kernel / LLVM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46320" y="4206240"/>
            <a:ext cx="36576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FF70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4206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调度策略：Lead Agent 阶段决策 → 检索 Skill → 注入 Compiler Subagent 上下文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4、总体技术路线 / 系统架构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243584"/>
            <a:ext cx="1149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用户请求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84632" y="1572768"/>
            <a:ext cx="1149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Repo / Branch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661160" y="118872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62328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89760" y="1243584"/>
            <a:ext cx="1149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Lead Agent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89760" y="1572768"/>
            <a:ext cx="1149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任务理解 + 编排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66288" y="118872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7456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4888" y="1243584"/>
            <a:ext cx="1149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Memory + Skill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4888" y="1572768"/>
            <a:ext cx="1149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 + 知识注入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71416" y="118872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584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243584"/>
            <a:ext cx="1149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Compiler Subagent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00016" y="1572768"/>
            <a:ext cx="1149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容器内执行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76544" y="118872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77712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5144" y="1243584"/>
            <a:ext cx="1149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判别器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05144" y="1572768"/>
            <a:ext cx="1149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 + 动态判别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281672" y="1188720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82840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0272" y="1243584"/>
            <a:ext cx="1149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编译产物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10272" y="1572768"/>
            <a:ext cx="1149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供漏洞检测消费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2148840"/>
            <a:ext cx="269748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148840"/>
            <a:ext cx="269748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3500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主线方法实现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26791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Method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297180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借鉴 ReAct / AutoGen 多 Agent 范式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 Lead Agent + Compiler Subagent 两层编排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Compile Session 绑定 thread / repo / container / logs / artifacts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2148840"/>
            <a:ext cx="269748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2148840"/>
            <a:ext cx="269748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3500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双层经验增强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74720" y="26791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Skill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74720" y="297180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MemoryMiddleware 挂载 Lead Agent 执行链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结构化文档 + 执行规则 (参考 Voyager Skill Library)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提供通用领域厚度，Memory 提供个性化深度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2148840"/>
            <a:ext cx="2697480" cy="260604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148840"/>
            <a:ext cx="2697480" cy="7315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3500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容器化与对标实验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09360" y="26791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 &amp; Benchmark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09360" y="297180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借鉴 Docker，每个 Session 对应独立容器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预置 gcc/clang/python/java 等基础工具链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CXXCrafter Benchmark 为主实验集，对照 CompileAgent / Repo2Run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4.6 实验设计与评价指标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846320" cy="36118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8463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 价 指 标 体 系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64008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编译成功率、平均耗时、平均试错轮数、人工干预次数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71800" y="1737360"/>
            <a:ext cx="64008" cy="8686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7556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0299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/ v2 / 当前架构在相同 Benchmark 上的对比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724912"/>
            <a:ext cx="64008" cy="86868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43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4D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经验沉淀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017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相似项目首次 vs 再次成功率/耗时、Memory 检索命中率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2724912"/>
            <a:ext cx="64008" cy="86868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743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增强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60" y="3017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 vs 注入对应 Skill 后的成功率差异、Skill 边际收益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712464"/>
            <a:ext cx="64008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30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下游可用性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0050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编译产物在 CodeQL / LLVM IR 等漏洞检测工具上的可分析率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71800" y="3712464"/>
            <a:ext cx="6400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7307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8960" y="40050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去掉 Memory / Skill / Session 隔离 / 判别器后整体性能下降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1097280"/>
            <a:ext cx="3200400" cy="173736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1097280"/>
            <a:ext cx="3200400" cy="45720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1704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 据 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0" y="1627632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主实验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CXXCrafter [23] 公开的 C/C++ 开源软件 Benchmark，保证与已有论文方法可比性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扩展实验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Trending 抽取 Java / Python 各 30+ 项目，验证方法泛化能力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0" y="2926080"/>
            <a:ext cx="3200400" cy="178308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2926080"/>
            <a:ext cx="320040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99923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 验 类 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15000" y="345643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主实验：与 CXXCrafter / CompileAgent / Repo2Run 对照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架构演进对照：v1 → v2 → 当前架构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Memory / Skill / Session / 判别器 消融实验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下游漏洞检测工具可用性验证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9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泛化能力扩展实验（Java / Python）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E88E5">
              <a:alpha val="3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spc="800" kern="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- 04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731520" cy="4572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预期成果与研究进度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5、预期研究成果与创新点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14173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理论成果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Theory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形成分层 Agent 编排 + Compile Session 任务隔离方法；形成 Memory + Skill 双层经验增强机制；为 LLM4SE 中"项目编译"建立方法学骨架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9748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097280"/>
            <a:ext cx="91440" cy="1417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系统成果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554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构建多 Agent 项目自动化编译原型系统，覆盖 Lead Agent、Compiler Subagent、Session、Memory、Skill 五大模块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97480" cy="1417320"/>
          </a:xfrm>
          <a:prstGeom prst="rect">
            <a:avLst/>
          </a:prstGeom>
          <a:solidFill>
            <a:srgbClr val="F4F6FA"/>
          </a:solidFill>
          <a:ln w="6350">
            <a:solidFill>
              <a:srgbClr val="D8DF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097280"/>
            <a:ext cx="91440" cy="1417320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量化成果</a:t>
            </a:r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Quantitative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 CXXCrafter Benchmark 量化对比；完成 v1/v2/当前三版本演进对照；完成四模块消融实验；论文/软著申报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406908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880360"/>
            <a:ext cx="640080" cy="64008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2651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88E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2862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面向自动化编译任务的分层 Agent 架构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2278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+ Compiler Subagent + Compile Session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" y="3593592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针对现有 Agent 缺乏会话级任务隔离、单 Agent 一次性流水线难以兼顾灵活性与可控性问题，提出三件套架构：在保留 ReAct 灵活性的同时获得明确执行边界与可追溯能力，支持多任务并行、历史回溯与失败复盘。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697480"/>
            <a:ext cx="406908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FF70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880360"/>
            <a:ext cx="640080" cy="64008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00600" y="2651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04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28620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面向自动化编译任务的双层经验增强机制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32278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沉淀 + Skill 动态加载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593592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针对每次编译都是冷启动、面对强领域知识项目盲目试错问题，提出 Memory + Skill 双层机制：Memory 提供个性化深度（按高置信度按需注入），Skill 提供通用领域厚度（五大类可插拔模块），两者协同提升真实场景表现。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6、研究进度安排及论文写作计划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68680" y="2697480"/>
            <a:ext cx="7406640" cy="54864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2560320"/>
            <a:ext cx="329184" cy="329184"/>
          </a:xfrm>
          <a:prstGeom prst="ellipse">
            <a:avLst/>
          </a:prstGeom>
          <a:solidFill>
            <a:srgbClr val="6474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" y="1417320"/>
            <a:ext cx="1234440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" y="14173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至开题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" y="1673352"/>
            <a:ext cx="1234440" cy="658368"/>
          </a:xfrm>
          <a:prstGeom prst="rect">
            <a:avLst/>
          </a:prstGeom>
          <a:solidFill>
            <a:srgbClr val="F4F6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" y="1691640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 / v2 原型迭代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对标论文复现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文献综述与开题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85416" y="2560320"/>
            <a:ext cx="329184" cy="329184"/>
          </a:xfrm>
          <a:prstGeom prst="ellipse">
            <a:avLst/>
          </a:prstGeom>
          <a:solidFill>
            <a:srgbClr val="1E88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5416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50008" y="2889504"/>
            <a:ext cx="0" cy="173736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2788" y="3063240"/>
            <a:ext cx="1234440" cy="2560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2788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开题后 3 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32788" y="3319272"/>
            <a:ext cx="1234440" cy="658368"/>
          </a:xfrm>
          <a:prstGeom prst="rect">
            <a:avLst/>
          </a:prstGeom>
          <a:solidFill>
            <a:srgbClr val="F4F6FA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7652" y="3337560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三件套架构完善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容器化执行封装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主实验基线跑通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66744" y="2560320"/>
            <a:ext cx="329184" cy="329184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66744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31336" y="2331720"/>
            <a:ext cx="0" cy="228600"/>
          </a:xfrm>
          <a:prstGeom prst="line">
            <a:avLst/>
          </a:prstGeom>
          <a:noFill/>
          <a:ln w="12700">
            <a:solidFill>
              <a:srgbClr val="00AC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4116" y="1417320"/>
            <a:ext cx="1234440" cy="25603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4116" y="14173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开题后 4-6 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14116" y="1673352"/>
            <a:ext cx="1234440" cy="658368"/>
          </a:xfrm>
          <a:prstGeom prst="rect">
            <a:avLst/>
          </a:prstGeom>
          <a:solidFill>
            <a:srgbClr val="F4F6FA"/>
          </a:solidFill>
          <a:ln w="6350">
            <a:solidFill>
              <a:srgbClr val="00AC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8980" y="1691640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Memory 中间件实现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持久化存储设计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Memory 模块上线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48072" y="2560320"/>
            <a:ext cx="329184" cy="329184"/>
          </a:xfrm>
          <a:prstGeom prst="ellipse">
            <a:avLst/>
          </a:prstGeom>
          <a:solidFill>
            <a:srgbClr val="7C4DF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12664" y="2889504"/>
            <a:ext cx="0" cy="173736"/>
          </a:xfrm>
          <a:prstGeom prst="line">
            <a:avLst/>
          </a:prstGeom>
          <a:noFill/>
          <a:ln w="12700">
            <a:solidFill>
              <a:srgbClr val="7C4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95444" y="3063240"/>
            <a:ext cx="1234440" cy="256032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5444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开题后 7-9 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95444" y="3319272"/>
            <a:ext cx="1234440" cy="658368"/>
          </a:xfrm>
          <a:prstGeom prst="rect">
            <a:avLst/>
          </a:prstGeom>
          <a:solidFill>
            <a:srgbClr val="F4F6FA"/>
          </a:solidFill>
          <a:ln w="6350">
            <a:solidFill>
              <a:srgbClr val="7C4D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0308" y="3337560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五大类 Skill 实现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Lead Agent 调度策略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Skill 模块上线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29400" y="2560320"/>
            <a:ext cx="329184" cy="329184"/>
          </a:xfrm>
          <a:prstGeom prst="ellipse">
            <a:avLst/>
          </a:prstGeom>
          <a:solidFill>
            <a:srgbClr val="FF70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93992" y="2331720"/>
            <a:ext cx="0" cy="228600"/>
          </a:xfrm>
          <a:prstGeom prst="line">
            <a:avLst/>
          </a:prstGeom>
          <a:noFill/>
          <a:ln w="12700">
            <a:solidFill>
              <a:srgbClr val="FF704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6772" y="1417320"/>
            <a:ext cx="1234440" cy="25603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6772" y="14173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开题后 10-12 月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6772" y="1673352"/>
            <a:ext cx="1234440" cy="658368"/>
          </a:xfrm>
          <a:prstGeom prst="rect">
            <a:avLst/>
          </a:prstGeom>
          <a:solidFill>
            <a:srgbClr val="F4F6FA"/>
          </a:solidFill>
          <a:ln w="6350">
            <a:solidFill>
              <a:srgbClr val="FF70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1636" y="1691640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主实验 + 对标对比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架构演进 + 消融实验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下游可用性验证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110728" y="2560320"/>
            <a:ext cx="329184" cy="329184"/>
          </a:xfrm>
          <a:prstGeom prst="ellipse">
            <a:avLst/>
          </a:prstGeom>
          <a:solidFill>
            <a:srgbClr val="0089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0728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75320" y="2889504"/>
            <a:ext cx="0" cy="173736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58100" y="3063240"/>
            <a:ext cx="123444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58100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开题后 13-14 月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58100" y="3319272"/>
            <a:ext cx="1234440" cy="658368"/>
          </a:xfrm>
          <a:prstGeom prst="rect">
            <a:avLst/>
          </a:prstGeom>
          <a:solidFill>
            <a:srgbClr val="F4F6FA"/>
          </a:solidFill>
          <a:ln w="6350">
            <a:solidFill>
              <a:srgbClr val="0089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12964" y="3337560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论文撰写 / 修改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查重与送审准备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 / 软著申报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4846320"/>
            <a:ext cx="8229600" cy="10973"/>
          </a:xfrm>
          <a:prstGeom prst="rect">
            <a:avLst/>
          </a:prstGeom>
          <a:solidFill>
            <a:srgbClr val="D8DFE8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9011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王威福  |  面向漏洞检测需求的多 Agent 项目自动化编译方法研究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49011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834640"/>
            <a:ext cx="91440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1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8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 请 各 位 老 师 批 评 指 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EE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 威 福    ·    2024303001    ·    指导教师：杜亚娟 教授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E8EE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武汉理工大学  计算机与人工智能学院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3794760"/>
            <a:ext cx="731520" cy="36576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面向漏洞检测需求的多 Agent 项目自动化编译方法研究</dc:title>
  <dc:subject>PptxGenJS Presentation</dc:subject>
  <dc:creator>王威福</dc:creator>
  <cp:lastModifiedBy>王威福</cp:lastModifiedBy>
  <cp:revision>1</cp:revision>
  <dcterms:created xsi:type="dcterms:W3CDTF">2026-05-17T09:31:46Z</dcterms:created>
  <dcterms:modified xsi:type="dcterms:W3CDTF">2026-05-17T09:31:46Z</dcterms:modified>
</cp:coreProperties>
</file>